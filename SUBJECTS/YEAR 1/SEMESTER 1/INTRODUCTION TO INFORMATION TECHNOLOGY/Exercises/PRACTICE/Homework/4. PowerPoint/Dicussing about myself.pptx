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>
        <p:scale>
          <a:sx n="100" d="100"/>
          <a:sy n="100" d="100"/>
        </p:scale>
        <p:origin x="296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701B7B-2506-44CF-B1BA-D4201564118B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2D06D9-C09B-402B-9DCB-7F42B75388D9}">
      <dgm:prSet phldrT="[Text]" phldr="0"/>
      <dgm:spPr/>
      <dgm:t>
        <a:bodyPr/>
        <a:lstStyle/>
        <a:p>
          <a:r>
            <a:rPr lang="en-US" dirty="0"/>
            <a:t>General Information</a:t>
          </a:r>
        </a:p>
      </dgm:t>
    </dgm:pt>
    <dgm:pt modelId="{D1DF3EB2-71B9-489C-A8F8-491D419573FA}" type="parTrans" cxnId="{8E3922E5-DE9E-4628-899A-AA755D46969A}">
      <dgm:prSet/>
      <dgm:spPr/>
      <dgm:t>
        <a:bodyPr/>
        <a:lstStyle/>
        <a:p>
          <a:endParaRPr lang="en-US"/>
        </a:p>
      </dgm:t>
    </dgm:pt>
    <dgm:pt modelId="{F8DB7B5D-6DA7-40D6-867D-415BAABDADAF}" type="sibTrans" cxnId="{8E3922E5-DE9E-4628-899A-AA755D46969A}">
      <dgm:prSet/>
      <dgm:spPr/>
      <dgm:t>
        <a:bodyPr/>
        <a:lstStyle/>
        <a:p>
          <a:endParaRPr lang="en-US"/>
        </a:p>
      </dgm:t>
    </dgm:pt>
    <dgm:pt modelId="{A2F3CCC0-E34D-4B36-847D-4EE8670D0700}">
      <dgm:prSet phldrT="[Text]" phldr="0"/>
      <dgm:spPr/>
      <dgm:t>
        <a:bodyPr/>
        <a:lstStyle/>
        <a:p>
          <a:r>
            <a:rPr lang="en-US" dirty="0"/>
            <a:t>Academic Path</a:t>
          </a:r>
        </a:p>
      </dgm:t>
    </dgm:pt>
    <dgm:pt modelId="{5C8B936C-F5DE-4B43-A5BD-7DE55FB12A91}" type="parTrans" cxnId="{73800BCA-92A7-4140-A4D8-3E052DF16E88}">
      <dgm:prSet/>
      <dgm:spPr/>
      <dgm:t>
        <a:bodyPr/>
        <a:lstStyle/>
        <a:p>
          <a:endParaRPr lang="en-US"/>
        </a:p>
      </dgm:t>
    </dgm:pt>
    <dgm:pt modelId="{72F81C3A-D0A5-415F-B7E7-CF70A5524CC7}" type="sibTrans" cxnId="{73800BCA-92A7-4140-A4D8-3E052DF16E88}">
      <dgm:prSet/>
      <dgm:spPr/>
      <dgm:t>
        <a:bodyPr/>
        <a:lstStyle/>
        <a:p>
          <a:endParaRPr lang="en-US"/>
        </a:p>
      </dgm:t>
    </dgm:pt>
    <dgm:pt modelId="{8E79378D-E72C-48D2-BCDF-43265F20AE72}">
      <dgm:prSet phldrT="[Text]" phldr="0"/>
      <dgm:spPr/>
      <dgm:t>
        <a:bodyPr/>
        <a:lstStyle/>
        <a:p>
          <a:r>
            <a:rPr lang="en-US" dirty="0"/>
            <a:t>Future Goals</a:t>
          </a:r>
        </a:p>
      </dgm:t>
    </dgm:pt>
    <dgm:pt modelId="{6FA4B333-FA48-4CCC-8D4F-6B846C983C02}" type="parTrans" cxnId="{3AEEFDA0-398A-4537-8CD9-E8C17B992CDF}">
      <dgm:prSet/>
      <dgm:spPr/>
      <dgm:t>
        <a:bodyPr/>
        <a:lstStyle/>
        <a:p>
          <a:endParaRPr lang="en-US"/>
        </a:p>
      </dgm:t>
    </dgm:pt>
    <dgm:pt modelId="{54C004D9-ADF7-4C47-A700-AE40B2082502}" type="sibTrans" cxnId="{3AEEFDA0-398A-4537-8CD9-E8C17B992CDF}">
      <dgm:prSet/>
      <dgm:spPr/>
      <dgm:t>
        <a:bodyPr/>
        <a:lstStyle/>
        <a:p>
          <a:endParaRPr lang="en-US"/>
        </a:p>
      </dgm:t>
    </dgm:pt>
    <dgm:pt modelId="{96F76D79-57D7-47BE-BC6A-AC4537E5F45E}" type="pres">
      <dgm:prSet presAssocID="{98701B7B-2506-44CF-B1BA-D4201564118B}" presName="Name0" presStyleCnt="0">
        <dgm:presLayoutVars>
          <dgm:dir/>
          <dgm:resizeHandles val="exact"/>
        </dgm:presLayoutVars>
      </dgm:prSet>
      <dgm:spPr/>
    </dgm:pt>
    <dgm:pt modelId="{4FEFACE4-D7B1-4032-8999-615C73B8AD65}" type="pres">
      <dgm:prSet presAssocID="{FB2D06D9-C09B-402B-9DCB-7F42B75388D9}" presName="node" presStyleLbl="node1" presStyleIdx="0" presStyleCnt="3">
        <dgm:presLayoutVars>
          <dgm:bulletEnabled val="1"/>
        </dgm:presLayoutVars>
      </dgm:prSet>
      <dgm:spPr/>
    </dgm:pt>
    <dgm:pt modelId="{93FBD801-781C-46C8-A314-5DC3230C91CD}" type="pres">
      <dgm:prSet presAssocID="{F8DB7B5D-6DA7-40D6-867D-415BAABDADAF}" presName="sibTrans" presStyleLbl="sibTrans2D1" presStyleIdx="0" presStyleCnt="2"/>
      <dgm:spPr/>
    </dgm:pt>
    <dgm:pt modelId="{44A13A44-7C3B-4079-BFE8-61A299E3792D}" type="pres">
      <dgm:prSet presAssocID="{F8DB7B5D-6DA7-40D6-867D-415BAABDADAF}" presName="connectorText" presStyleLbl="sibTrans2D1" presStyleIdx="0" presStyleCnt="2"/>
      <dgm:spPr/>
    </dgm:pt>
    <dgm:pt modelId="{977FCBB9-2CD9-42AE-BD38-82A69921C63C}" type="pres">
      <dgm:prSet presAssocID="{A2F3CCC0-E34D-4B36-847D-4EE8670D0700}" presName="node" presStyleLbl="node1" presStyleIdx="1" presStyleCnt="3">
        <dgm:presLayoutVars>
          <dgm:bulletEnabled val="1"/>
        </dgm:presLayoutVars>
      </dgm:prSet>
      <dgm:spPr/>
    </dgm:pt>
    <dgm:pt modelId="{1C74E580-B295-4559-BCF9-96CAFF235CB5}" type="pres">
      <dgm:prSet presAssocID="{72F81C3A-D0A5-415F-B7E7-CF70A5524CC7}" presName="sibTrans" presStyleLbl="sibTrans2D1" presStyleIdx="1" presStyleCnt="2"/>
      <dgm:spPr/>
    </dgm:pt>
    <dgm:pt modelId="{233A4C8F-F6FD-449C-9DD3-0792AC91A139}" type="pres">
      <dgm:prSet presAssocID="{72F81C3A-D0A5-415F-B7E7-CF70A5524CC7}" presName="connectorText" presStyleLbl="sibTrans2D1" presStyleIdx="1" presStyleCnt="2"/>
      <dgm:spPr/>
    </dgm:pt>
    <dgm:pt modelId="{05E9E1A7-2743-48EF-994B-02BA3BFE3468}" type="pres">
      <dgm:prSet presAssocID="{8E79378D-E72C-48D2-BCDF-43265F20AE72}" presName="node" presStyleLbl="node1" presStyleIdx="2" presStyleCnt="3">
        <dgm:presLayoutVars>
          <dgm:bulletEnabled val="1"/>
        </dgm:presLayoutVars>
      </dgm:prSet>
      <dgm:spPr/>
    </dgm:pt>
  </dgm:ptLst>
  <dgm:cxnLst>
    <dgm:cxn modelId="{B0D7A831-7043-42BD-9F3E-27A7E55F1D28}" type="presOf" srcId="{F8DB7B5D-6DA7-40D6-867D-415BAABDADAF}" destId="{93FBD801-781C-46C8-A314-5DC3230C91CD}" srcOrd="0" destOrd="0" presId="urn:microsoft.com/office/officeart/2005/8/layout/process1"/>
    <dgm:cxn modelId="{515E465C-2C1A-4955-8E44-A18D3C78990A}" type="presOf" srcId="{F8DB7B5D-6DA7-40D6-867D-415BAABDADAF}" destId="{44A13A44-7C3B-4079-BFE8-61A299E3792D}" srcOrd="1" destOrd="0" presId="urn:microsoft.com/office/officeart/2005/8/layout/process1"/>
    <dgm:cxn modelId="{434E794E-9232-4E78-AC36-A03082EB6279}" type="presOf" srcId="{98701B7B-2506-44CF-B1BA-D4201564118B}" destId="{96F76D79-57D7-47BE-BC6A-AC4537E5F45E}" srcOrd="0" destOrd="0" presId="urn:microsoft.com/office/officeart/2005/8/layout/process1"/>
    <dgm:cxn modelId="{B290E16F-240D-460F-9888-352D214760A3}" type="presOf" srcId="{FB2D06D9-C09B-402B-9DCB-7F42B75388D9}" destId="{4FEFACE4-D7B1-4032-8999-615C73B8AD65}" srcOrd="0" destOrd="0" presId="urn:microsoft.com/office/officeart/2005/8/layout/process1"/>
    <dgm:cxn modelId="{CAB75498-9D09-4C1D-8BB8-08591F0C8EDD}" type="presOf" srcId="{72F81C3A-D0A5-415F-B7E7-CF70A5524CC7}" destId="{233A4C8F-F6FD-449C-9DD3-0792AC91A139}" srcOrd="1" destOrd="0" presId="urn:microsoft.com/office/officeart/2005/8/layout/process1"/>
    <dgm:cxn modelId="{3AEEFDA0-398A-4537-8CD9-E8C17B992CDF}" srcId="{98701B7B-2506-44CF-B1BA-D4201564118B}" destId="{8E79378D-E72C-48D2-BCDF-43265F20AE72}" srcOrd="2" destOrd="0" parTransId="{6FA4B333-FA48-4CCC-8D4F-6B846C983C02}" sibTransId="{54C004D9-ADF7-4C47-A700-AE40B2082502}"/>
    <dgm:cxn modelId="{ED2F4AB6-9D07-436B-A2EA-6557D597D1B1}" type="presOf" srcId="{8E79378D-E72C-48D2-BCDF-43265F20AE72}" destId="{05E9E1A7-2743-48EF-994B-02BA3BFE3468}" srcOrd="0" destOrd="0" presId="urn:microsoft.com/office/officeart/2005/8/layout/process1"/>
    <dgm:cxn modelId="{61508FB9-38A4-47D9-900A-2A46FC0D38F6}" type="presOf" srcId="{A2F3CCC0-E34D-4B36-847D-4EE8670D0700}" destId="{977FCBB9-2CD9-42AE-BD38-82A69921C63C}" srcOrd="0" destOrd="0" presId="urn:microsoft.com/office/officeart/2005/8/layout/process1"/>
    <dgm:cxn modelId="{73800BCA-92A7-4140-A4D8-3E052DF16E88}" srcId="{98701B7B-2506-44CF-B1BA-D4201564118B}" destId="{A2F3CCC0-E34D-4B36-847D-4EE8670D0700}" srcOrd="1" destOrd="0" parTransId="{5C8B936C-F5DE-4B43-A5BD-7DE55FB12A91}" sibTransId="{72F81C3A-D0A5-415F-B7E7-CF70A5524CC7}"/>
    <dgm:cxn modelId="{B0B560D7-7370-48AC-ADFC-16012A43E9E3}" type="presOf" srcId="{72F81C3A-D0A5-415F-B7E7-CF70A5524CC7}" destId="{1C74E580-B295-4559-BCF9-96CAFF235CB5}" srcOrd="0" destOrd="0" presId="urn:microsoft.com/office/officeart/2005/8/layout/process1"/>
    <dgm:cxn modelId="{8E3922E5-DE9E-4628-899A-AA755D46969A}" srcId="{98701B7B-2506-44CF-B1BA-D4201564118B}" destId="{FB2D06D9-C09B-402B-9DCB-7F42B75388D9}" srcOrd="0" destOrd="0" parTransId="{D1DF3EB2-71B9-489C-A8F8-491D419573FA}" sibTransId="{F8DB7B5D-6DA7-40D6-867D-415BAABDADAF}"/>
    <dgm:cxn modelId="{8D43FF66-7CFF-488D-9BF7-88AB9FEBAA36}" type="presParOf" srcId="{96F76D79-57D7-47BE-BC6A-AC4537E5F45E}" destId="{4FEFACE4-D7B1-4032-8999-615C73B8AD65}" srcOrd="0" destOrd="0" presId="urn:microsoft.com/office/officeart/2005/8/layout/process1"/>
    <dgm:cxn modelId="{E6623864-B986-4C1C-8701-4E2931DA0346}" type="presParOf" srcId="{96F76D79-57D7-47BE-BC6A-AC4537E5F45E}" destId="{93FBD801-781C-46C8-A314-5DC3230C91CD}" srcOrd="1" destOrd="0" presId="urn:microsoft.com/office/officeart/2005/8/layout/process1"/>
    <dgm:cxn modelId="{96EEF161-42EC-46AA-86E9-0A963D40A425}" type="presParOf" srcId="{93FBD801-781C-46C8-A314-5DC3230C91CD}" destId="{44A13A44-7C3B-4079-BFE8-61A299E3792D}" srcOrd="0" destOrd="0" presId="urn:microsoft.com/office/officeart/2005/8/layout/process1"/>
    <dgm:cxn modelId="{09A697AF-B1DE-4331-8806-CB9AB91EDB66}" type="presParOf" srcId="{96F76D79-57D7-47BE-BC6A-AC4537E5F45E}" destId="{977FCBB9-2CD9-42AE-BD38-82A69921C63C}" srcOrd="2" destOrd="0" presId="urn:microsoft.com/office/officeart/2005/8/layout/process1"/>
    <dgm:cxn modelId="{5BBB42EF-4140-497D-A48D-84C93789BE34}" type="presParOf" srcId="{96F76D79-57D7-47BE-BC6A-AC4537E5F45E}" destId="{1C74E580-B295-4559-BCF9-96CAFF235CB5}" srcOrd="3" destOrd="0" presId="urn:microsoft.com/office/officeart/2005/8/layout/process1"/>
    <dgm:cxn modelId="{B2805D7E-33F8-496F-B26F-10573FE5EAC1}" type="presParOf" srcId="{1C74E580-B295-4559-BCF9-96CAFF235CB5}" destId="{233A4C8F-F6FD-449C-9DD3-0792AC91A139}" srcOrd="0" destOrd="0" presId="urn:microsoft.com/office/officeart/2005/8/layout/process1"/>
    <dgm:cxn modelId="{5F97A25E-4BFA-42D7-A07C-31C27599B4E9}" type="presParOf" srcId="{96F76D79-57D7-47BE-BC6A-AC4537E5F45E}" destId="{05E9E1A7-2743-48EF-994B-02BA3BFE346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F3B754-DD2F-41C3-BEF9-E5BB7A97160F}" type="doc">
      <dgm:prSet loTypeId="urn:microsoft.com/office/officeart/2008/layout/BendingPictureCaption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3B91DD-49D7-4F09-9F23-892D031323BE}">
      <dgm:prSet phldrT="[Text]" phldr="0"/>
      <dgm:spPr/>
      <dgm:t>
        <a:bodyPr/>
        <a:lstStyle/>
        <a:p>
          <a:r>
            <a:rPr lang="en-US" dirty="0"/>
            <a:t>Me</a:t>
          </a:r>
        </a:p>
      </dgm:t>
    </dgm:pt>
    <dgm:pt modelId="{A8BA79BD-C0AF-49DF-9CEC-18CFF3042F78}" type="sibTrans" cxnId="{29014F3E-5939-4B58-BB7A-D2AE0D77D0AB}">
      <dgm:prSet/>
      <dgm:spPr/>
      <dgm:t>
        <a:bodyPr/>
        <a:lstStyle/>
        <a:p>
          <a:endParaRPr lang="en-US"/>
        </a:p>
      </dgm:t>
    </dgm:pt>
    <dgm:pt modelId="{73C1BB6C-B77F-40DA-9642-58DAD5A62F6E}" type="parTrans" cxnId="{29014F3E-5939-4B58-BB7A-D2AE0D77D0AB}">
      <dgm:prSet/>
      <dgm:spPr/>
      <dgm:t>
        <a:bodyPr/>
        <a:lstStyle/>
        <a:p>
          <a:endParaRPr lang="en-US"/>
        </a:p>
      </dgm:t>
    </dgm:pt>
    <dgm:pt modelId="{80AD63E4-536B-4CB4-8327-A2064216B2F2}" type="pres">
      <dgm:prSet presAssocID="{8FF3B754-DD2F-41C3-BEF9-E5BB7A97160F}" presName="diagram" presStyleCnt="0">
        <dgm:presLayoutVars>
          <dgm:dir/>
        </dgm:presLayoutVars>
      </dgm:prSet>
      <dgm:spPr/>
    </dgm:pt>
    <dgm:pt modelId="{746302B5-0424-46A5-9B5F-BFBED29DCC8A}" type="pres">
      <dgm:prSet presAssocID="{F63B91DD-49D7-4F09-9F23-892D031323BE}" presName="composite" presStyleCnt="0"/>
      <dgm:spPr/>
    </dgm:pt>
    <dgm:pt modelId="{AB5E9613-9D64-4FE6-8A4C-5582860DCAE4}" type="pres">
      <dgm:prSet presAssocID="{F63B91DD-49D7-4F09-9F23-892D031323BE}" presName="Image" presStyleLbl="bgShp" presStyleIdx="0" presStyleCnt="1"/>
      <dgm:spPr>
        <a:blipFill dpi="0" rotWithShape="1">
          <a:blip xmlns:r="http://schemas.openxmlformats.org/officeDocument/2006/relationships" r:embed="rId1"/>
          <a:srcRect/>
          <a:stretch>
            <a:fillRect l="669" t="-11849" r="-669" b="-68151"/>
          </a:stretch>
        </a:blipFill>
      </dgm:spPr>
    </dgm:pt>
    <dgm:pt modelId="{819D116A-73F8-4FF1-AF60-45088AEB2F21}" type="pres">
      <dgm:prSet presAssocID="{F63B91DD-49D7-4F09-9F23-892D031323BE}" presName="Parent" presStyleLbl="node0" presStyleIdx="0" presStyleCnt="1" custScaleX="36661" custScaleY="45389" custLinFactNeighborX="33399" custLinFactNeighborY="7110">
        <dgm:presLayoutVars>
          <dgm:bulletEnabled val="1"/>
        </dgm:presLayoutVars>
      </dgm:prSet>
      <dgm:spPr/>
    </dgm:pt>
  </dgm:ptLst>
  <dgm:cxnLst>
    <dgm:cxn modelId="{8B97380C-31F4-4197-AE4A-BFCAAF769B33}" type="presOf" srcId="{8FF3B754-DD2F-41C3-BEF9-E5BB7A97160F}" destId="{80AD63E4-536B-4CB4-8327-A2064216B2F2}" srcOrd="0" destOrd="0" presId="urn:microsoft.com/office/officeart/2008/layout/BendingPictureCaption"/>
    <dgm:cxn modelId="{29014F3E-5939-4B58-BB7A-D2AE0D77D0AB}" srcId="{8FF3B754-DD2F-41C3-BEF9-E5BB7A97160F}" destId="{F63B91DD-49D7-4F09-9F23-892D031323BE}" srcOrd="0" destOrd="0" parTransId="{73C1BB6C-B77F-40DA-9642-58DAD5A62F6E}" sibTransId="{A8BA79BD-C0AF-49DF-9CEC-18CFF3042F78}"/>
    <dgm:cxn modelId="{F1080E77-8D3E-4B95-9632-D3B9D0675699}" type="presOf" srcId="{F63B91DD-49D7-4F09-9F23-892D031323BE}" destId="{819D116A-73F8-4FF1-AF60-45088AEB2F21}" srcOrd="0" destOrd="0" presId="urn:microsoft.com/office/officeart/2008/layout/BendingPictureCaption"/>
    <dgm:cxn modelId="{18D56DBE-372C-4DF9-8A38-65A219740068}" type="presParOf" srcId="{80AD63E4-536B-4CB4-8327-A2064216B2F2}" destId="{746302B5-0424-46A5-9B5F-BFBED29DCC8A}" srcOrd="0" destOrd="0" presId="urn:microsoft.com/office/officeart/2008/layout/BendingPictureCaption"/>
    <dgm:cxn modelId="{932137D2-2D0E-4CDA-8402-DE434356924F}" type="presParOf" srcId="{746302B5-0424-46A5-9B5F-BFBED29DCC8A}" destId="{AB5E9613-9D64-4FE6-8A4C-5582860DCAE4}" srcOrd="0" destOrd="0" presId="urn:microsoft.com/office/officeart/2008/layout/BendingPictureCaption"/>
    <dgm:cxn modelId="{BB778BD0-61AE-4E44-9CFC-38FE445D35E9}" type="presParOf" srcId="{746302B5-0424-46A5-9B5F-BFBED29DCC8A}" destId="{819D116A-73F8-4FF1-AF60-45088AEB2F21}" srcOrd="1" destOrd="0" presId="urn:microsoft.com/office/officeart/2008/layout/BendingPictureCapti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EFACE4-D7B1-4032-8999-615C73B8AD65}">
      <dsp:nvSpPr>
        <dsp:cNvPr id="0" name=""/>
        <dsp:cNvSpPr/>
      </dsp:nvSpPr>
      <dsp:spPr>
        <a:xfrm>
          <a:off x="10274" y="2507699"/>
          <a:ext cx="3071000" cy="1842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General Information</a:t>
          </a:r>
        </a:p>
      </dsp:txBody>
      <dsp:txXfrm>
        <a:off x="64242" y="2561667"/>
        <a:ext cx="2963064" cy="1734664"/>
      </dsp:txXfrm>
    </dsp:sp>
    <dsp:sp modelId="{93FBD801-781C-46C8-A314-5DC3230C91CD}">
      <dsp:nvSpPr>
        <dsp:cNvPr id="0" name=""/>
        <dsp:cNvSpPr/>
      </dsp:nvSpPr>
      <dsp:spPr>
        <a:xfrm>
          <a:off x="3388374" y="3048195"/>
          <a:ext cx="651052" cy="7616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3388374" y="3200517"/>
        <a:ext cx="455736" cy="456964"/>
      </dsp:txXfrm>
    </dsp:sp>
    <dsp:sp modelId="{977FCBB9-2CD9-42AE-BD38-82A69921C63C}">
      <dsp:nvSpPr>
        <dsp:cNvPr id="0" name=""/>
        <dsp:cNvSpPr/>
      </dsp:nvSpPr>
      <dsp:spPr>
        <a:xfrm>
          <a:off x="4309674" y="2507699"/>
          <a:ext cx="3071000" cy="1842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Academic Path</a:t>
          </a:r>
        </a:p>
      </dsp:txBody>
      <dsp:txXfrm>
        <a:off x="4363642" y="2561667"/>
        <a:ext cx="2963064" cy="1734664"/>
      </dsp:txXfrm>
    </dsp:sp>
    <dsp:sp modelId="{1C74E580-B295-4559-BCF9-96CAFF235CB5}">
      <dsp:nvSpPr>
        <dsp:cNvPr id="0" name=""/>
        <dsp:cNvSpPr/>
      </dsp:nvSpPr>
      <dsp:spPr>
        <a:xfrm>
          <a:off x="7687775" y="3048195"/>
          <a:ext cx="651052" cy="7616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687775" y="3200517"/>
        <a:ext cx="455736" cy="456964"/>
      </dsp:txXfrm>
    </dsp:sp>
    <dsp:sp modelId="{05E9E1A7-2743-48EF-994B-02BA3BFE3468}">
      <dsp:nvSpPr>
        <dsp:cNvPr id="0" name=""/>
        <dsp:cNvSpPr/>
      </dsp:nvSpPr>
      <dsp:spPr>
        <a:xfrm>
          <a:off x="8609075" y="2507699"/>
          <a:ext cx="3071000" cy="1842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Future Goals</a:t>
          </a:r>
        </a:p>
      </dsp:txBody>
      <dsp:txXfrm>
        <a:off x="8663043" y="2561667"/>
        <a:ext cx="2963064" cy="17346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5E9613-9D64-4FE6-8A4C-5582860DCAE4}">
      <dsp:nvSpPr>
        <dsp:cNvPr id="0" name=""/>
        <dsp:cNvSpPr/>
      </dsp:nvSpPr>
      <dsp:spPr>
        <a:xfrm>
          <a:off x="379625" y="142803"/>
          <a:ext cx="5050999" cy="3732669"/>
        </a:xfrm>
        <a:prstGeom prst="rect">
          <a:avLst/>
        </a:prstGeom>
        <a:blipFill dpi="0" rotWithShape="1">
          <a:blip xmlns:r="http://schemas.openxmlformats.org/officeDocument/2006/relationships" r:embed="rId1"/>
          <a:srcRect/>
          <a:stretch>
            <a:fillRect l="669" t="-11849" r="-669" b="-68151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9D116A-73F8-4FF1-AF60-45088AEB2F21}">
      <dsp:nvSpPr>
        <dsp:cNvPr id="0" name=""/>
        <dsp:cNvSpPr/>
      </dsp:nvSpPr>
      <dsp:spPr>
        <a:xfrm>
          <a:off x="4214595" y="3558645"/>
          <a:ext cx="1595654" cy="474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en-US" sz="2600" kern="1200" dirty="0"/>
            <a:t>Me</a:t>
          </a:r>
        </a:p>
      </dsp:txBody>
      <dsp:txXfrm>
        <a:off x="4214595" y="3558645"/>
        <a:ext cx="1595654" cy="4747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BendingPictureCaption">
  <dgm:title val=""/>
  <dgm:desc val=""/>
  <dgm:catLst>
    <dgm:cat type="picture" pri="6000"/>
    <dgm:cat type="pictureconvert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7" srcId="0" destId="1" srcOrd="0" destOrd="0"/>
        <dgm:cxn modelId="8" srcId="0" destId="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diagram">
    <dgm:varLst>
      <dgm:dir/>
    </dgm:varLst>
    <dgm:choose name="Name0">
      <dgm:if name="Name1" func="var" arg="dir" op="equ" val="norm">
        <dgm:alg type="snake">
          <dgm:param type="off" val="ctr"/>
        </dgm:alg>
      </dgm:if>
      <dgm:else name="Name2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.19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if>
          <dgm:else name="Name5">
            <dgm:constrLst>
              <dgm:constr type="l" for="ch" forName="Image" refType="w" fact="0.06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else>
        </dgm:choose>
        <dgm:layoutNode name="Image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node0">
          <dgm:varLst>
            <dgm:bulletEnabled val="1"/>
          </dgm:varLst>
          <dgm:alg type="tx">
            <dgm:param type="txAnchorVertCh" val="mid"/>
            <dgm:param type="shpTxRTLAlignCh" val="r"/>
            <dgm:param type="lnSpAfParP" val="5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8656C-5261-EFE4-8722-5473D5914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343AB-12AA-D498-D212-F501C34DA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2A20C-0E2A-B6CD-E5EA-C120ECD1C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4A32-CCEA-462A-80B6-BFF543A0470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A4B42-68CE-059D-B68B-F6C58D1A5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AE66C-A612-58C1-6F1C-DEB913050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5CF82-C80E-44B5-9C9E-85FB24C18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56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584C1-23A7-C8E0-ABD0-69BC571FD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B9CA6-081E-C212-F00C-72C1C8E67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3F781-BD50-E108-76D0-2CB3FBA94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4A32-CCEA-462A-80B6-BFF543A0470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79642-AE73-277D-32FA-335AB4641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AB4A5-4C6E-0DB2-643F-14D7BF10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5CF82-C80E-44B5-9C9E-85FB24C18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43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923BF-331B-9C3A-06D9-AB81FB5E9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1FC0B-6810-2FA8-31E1-AE5125214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01F63-8B60-F6B6-5720-31D1741FA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4A32-CCEA-462A-80B6-BFF543A0470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1BAF3-EDDB-3E72-254D-41982F02E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43561-F3EF-D94C-7B62-6F673A363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5CF82-C80E-44B5-9C9E-85FB24C18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2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DE1E3-092A-A9E7-21B4-1D9F16404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E0307-AD23-70F5-04D1-3059D3EE56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99D32-7588-85F5-1215-96A653D83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3B9B5-5E31-7D83-4380-AB42A80BA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4A32-CCEA-462A-80B6-BFF543A0470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5BEFE-909A-D3D3-5D79-A372031AC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EEC76-4865-0168-D24C-BBE95E23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5CF82-C80E-44B5-9C9E-85FB24C18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81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2E170-D123-80DC-D57B-F10963DDD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C7F4B-C8A4-F18D-9B28-220F86761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8D6BE-3B07-31AF-4E29-ACE0C2E9F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6A0B2D-A102-348F-4975-F365761845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5141F7-AA6D-7FD4-2EB5-DFC4DD66AC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153B0E-413F-FA17-2973-CC5565FE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4A32-CCEA-462A-80B6-BFF543A0470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60813A-745C-8DFE-6763-52593A4A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9DED31-BA79-A085-3A15-C26400A13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5CF82-C80E-44B5-9C9E-85FB24C18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8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23E5E-A7C3-8780-2A83-B574C2F53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D43CE6-7337-2994-2DC6-C8B7BC79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4A32-CCEA-462A-80B6-BFF543A0470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F453D5-97BF-E4BB-F928-7BCD9E03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28E218-7A3F-3F9E-EF7F-01171061E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5CF82-C80E-44B5-9C9E-85FB24C18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4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E80598-0A98-3B24-3405-FBBD8470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4A32-CCEA-462A-80B6-BFF543A0470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935986-8B38-3E64-F812-CA2FF4884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DCB7E-D1C8-B946-085D-7CEAB286C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5CF82-C80E-44B5-9C9E-85FB24C18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249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831D-E863-EF54-EE74-E20BCF78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16B78-F7C5-28AA-27E3-4091FB2AA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03B0C-AA29-FD63-BF0D-00620B280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A2DE09-BE6C-834C-F536-226E1046B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4A32-CCEA-462A-80B6-BFF543A0470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B67A2-F0CE-B587-698D-0D92699BF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8EE052-FFBF-FE0D-93BC-BD1099F3D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5CF82-C80E-44B5-9C9E-85FB24C18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5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B0118-D7D7-9F67-CC2D-4676E47A7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12DC2-3DC6-C48A-7BE1-17BFDE7C6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882C6-224C-3612-4304-FFE0089C9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03479-6F66-5E5C-26DA-5824963AE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4A32-CCEA-462A-80B6-BFF543A0470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0B543-84DC-6090-FEBF-EEA006E94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5C7E8-F2E3-F665-5788-692B65F3B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5CF82-C80E-44B5-9C9E-85FB24C18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24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AEC58-FE22-5C91-25B8-35CCBE0B9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6CE54-4931-20C5-7090-DFD92CF53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1FA13-53EF-7B14-F8AE-08F3515B6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4A32-CCEA-462A-80B6-BFF543A0470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43978-135B-8DA6-DE39-8679108B6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4749C-1F96-E81A-9369-60BD194C4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5CF82-C80E-44B5-9C9E-85FB24C18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162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B0ED0C-0BCF-1422-C5DA-69273AD4B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EB84C8-3FC8-6407-31C0-3457677DF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B1DAE-9ED1-FE19-D636-AF00143AA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4A32-CCEA-462A-80B6-BFF543A0470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3D0C3-6FF8-10D1-69F3-ACAC144CE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246C7-97E2-8195-AEAD-6553E76E1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5CF82-C80E-44B5-9C9E-85FB24C18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18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03DE3F-D294-B0C3-50A5-C61474668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63F6E-12FD-AF4D-8A33-354945B42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269C2-46C9-2438-7B59-2CA91122FA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EA4A32-CCEA-462A-80B6-BFF543A0470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A3C6B-2B12-4F20-581B-72CB14E59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A5AA1-889D-8471-F814-2F2C258BB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05CF82-C80E-44B5-9C9E-85FB24C18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7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C3C83-5430-3238-0C7A-C74508F1D6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Dicussing</a:t>
            </a:r>
            <a:r>
              <a:rPr lang="en-US" dirty="0"/>
              <a:t> about myself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62D909-EE82-A69C-F7B6-F52CA916AE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Võ Thiện Trí </a:t>
            </a:r>
            <a:r>
              <a:rPr lang="en-US" dirty="0" err="1"/>
              <a:t>Nhân</a:t>
            </a:r>
            <a:r>
              <a:rPr lang="en-US" dirty="0"/>
              <a:t> - 25127113</a:t>
            </a:r>
          </a:p>
        </p:txBody>
      </p:sp>
    </p:spTree>
    <p:extLst>
      <p:ext uri="{BB962C8B-B14F-4D97-AF65-F5344CB8AC3E}">
        <p14:creationId xmlns:p14="http://schemas.microsoft.com/office/powerpoint/2010/main" val="3501406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D91B563-278E-970F-CD6F-0BA2E55228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209636"/>
              </p:ext>
            </p:extLst>
          </p:nvPr>
        </p:nvGraphicFramePr>
        <p:xfrm>
          <a:off x="250825" y="0"/>
          <a:ext cx="1169035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66BD6C3-CA58-3A0D-824D-7341C8F3A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 of Content</a:t>
            </a:r>
          </a:p>
        </p:txBody>
      </p:sp>
    </p:spTree>
    <p:extLst>
      <p:ext uri="{BB962C8B-B14F-4D97-AF65-F5344CB8AC3E}">
        <p14:creationId xmlns:p14="http://schemas.microsoft.com/office/powerpoint/2010/main" val="3811749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06ED8-948C-A134-7E98-6367FB48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General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B8F5-556D-7FA3-E331-8BF0CCF70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6250" cy="4351338"/>
          </a:xfrm>
        </p:spPr>
        <p:txBody>
          <a:bodyPr>
            <a:normAutofit/>
          </a:bodyPr>
          <a:lstStyle/>
          <a:p>
            <a:r>
              <a:rPr lang="en-US" dirty="0"/>
              <a:t>Full name: Võ Thiện Trí </a:t>
            </a:r>
            <a:r>
              <a:rPr lang="en-US" dirty="0" err="1"/>
              <a:t>Nhân</a:t>
            </a:r>
            <a:endParaRPr lang="en-US" dirty="0"/>
          </a:p>
          <a:p>
            <a:r>
              <a:rPr lang="en-US" dirty="0"/>
              <a:t>Birth year: 2007</a:t>
            </a:r>
          </a:p>
          <a:p>
            <a:r>
              <a:rPr lang="en-US" dirty="0"/>
              <a:t>School: Ho Chi Minh City University of Science</a:t>
            </a:r>
          </a:p>
          <a:p>
            <a:r>
              <a:rPr lang="en-US" dirty="0"/>
              <a:t>Faculty: Information Technology</a:t>
            </a:r>
          </a:p>
          <a:p>
            <a:r>
              <a:rPr lang="en-US" dirty="0"/>
              <a:t>Interested: Artificial Intelligence, Robotics and Networking</a:t>
            </a:r>
          </a:p>
          <a:p>
            <a:r>
              <a:rPr lang="en-US" dirty="0"/>
              <a:t>Hobbies: Computers, Gaming and Drawing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0E4C1E1-CC8B-A137-71AF-A4A679D818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7786173"/>
              </p:ext>
            </p:extLst>
          </p:nvPr>
        </p:nvGraphicFramePr>
        <p:xfrm>
          <a:off x="6096000" y="1825625"/>
          <a:ext cx="5810250" cy="4101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2048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E3C88-76BE-C316-6690-8C8E83C5C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Academic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3E348-3297-0453-7E0B-3263079EF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1815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 started my academic path in 2013.</a:t>
            </a:r>
          </a:p>
          <a:p>
            <a:r>
              <a:rPr lang="en-US" dirty="0"/>
              <a:t>I had sent to Tan Tao Primary School.</a:t>
            </a:r>
          </a:p>
          <a:p>
            <a:pPr lvl="1"/>
            <a:r>
              <a:rPr lang="en-US" dirty="0"/>
              <a:t>This school held many memories when I attended this school.</a:t>
            </a:r>
          </a:p>
          <a:p>
            <a:pPr lvl="1"/>
            <a:r>
              <a:rPr lang="en-US" dirty="0"/>
              <a:t>I participated in fashion contest and won a prize.</a:t>
            </a:r>
          </a:p>
          <a:p>
            <a:pPr lvl="1"/>
            <a:r>
              <a:rPr lang="en-US" dirty="0"/>
              <a:t>During this period, I was interested in computers and had fun with it.</a:t>
            </a:r>
          </a:p>
        </p:txBody>
      </p:sp>
    </p:spTree>
    <p:extLst>
      <p:ext uri="{BB962C8B-B14F-4D97-AF65-F5344CB8AC3E}">
        <p14:creationId xmlns:p14="http://schemas.microsoft.com/office/powerpoint/2010/main" val="681541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65AF5-9496-2348-BEF8-6E6FAAC5D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33CEC-D1DA-4CB4-A701-0F0F1FD1E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spending 5 years in Tan Tao Primary school, I became a student in Tan Tao Secondary school</a:t>
            </a:r>
          </a:p>
          <a:p>
            <a:pPr lvl="1"/>
            <a:r>
              <a:rPr lang="en-US" dirty="0"/>
              <a:t>However, I only studied at this school for only one year.</a:t>
            </a:r>
          </a:p>
          <a:p>
            <a:pPr lvl="1"/>
            <a:r>
              <a:rPr lang="en-US" dirty="0"/>
              <a:t>During this time, I had struggled a lot with my studies, especially Mathematics.</a:t>
            </a:r>
          </a:p>
        </p:txBody>
      </p:sp>
    </p:spTree>
    <p:extLst>
      <p:ext uri="{BB962C8B-B14F-4D97-AF65-F5344CB8AC3E}">
        <p14:creationId xmlns:p14="http://schemas.microsoft.com/office/powerpoint/2010/main" val="3279196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56CC1-B6EB-6985-7109-D1F432D8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Academic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2D8C7-C38B-34B8-50D1-1FF3E1F95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I reached Grade 7</a:t>
            </a:r>
            <a:r>
              <a:rPr lang="en-US" baseline="30000" dirty="0"/>
              <a:t>th</a:t>
            </a:r>
            <a:r>
              <a:rPr lang="en-US" dirty="0"/>
              <a:t>, my parents spent me to Asian International School.</a:t>
            </a:r>
          </a:p>
          <a:p>
            <a:pPr lvl="1"/>
            <a:r>
              <a:rPr lang="en-US" dirty="0"/>
              <a:t>In the early days, I had many problems with adaption. It took a pretty long time to adjust myself to the new environment.</a:t>
            </a:r>
          </a:p>
          <a:p>
            <a:pPr lvl="1"/>
            <a:r>
              <a:rPr lang="en-US" dirty="0"/>
              <a:t>This school provided me a comprehensive study environment which I was really love. However, other students didn’t seem to be interested in learning new things.</a:t>
            </a:r>
          </a:p>
        </p:txBody>
      </p:sp>
    </p:spTree>
    <p:extLst>
      <p:ext uri="{BB962C8B-B14F-4D97-AF65-F5344CB8AC3E}">
        <p14:creationId xmlns:p14="http://schemas.microsoft.com/office/powerpoint/2010/main" val="1081156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A7B45-F5E9-1FEC-C59E-A4733487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996E3-5076-42A0-71E2-34B46BD9C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Grade 9</a:t>
            </a:r>
            <a:r>
              <a:rPr lang="en-US" baseline="30000" dirty="0"/>
              <a:t>th</a:t>
            </a:r>
            <a:r>
              <a:rPr lang="en-US" dirty="0"/>
              <a:t> had come and I decided to take the High school entrance examination to go on a new path.</a:t>
            </a:r>
          </a:p>
          <a:p>
            <a:r>
              <a:rPr lang="en-US" dirty="0"/>
              <a:t>Unfortunately, I didn’t do it well and had a bad score (according to me). However, my score still gave me a chance to reach Tran Khai Nguyen High school.</a:t>
            </a:r>
          </a:p>
          <a:p>
            <a:pPr lvl="1"/>
            <a:r>
              <a:rPr lang="en-US" dirty="0"/>
              <a:t>In grade 10</a:t>
            </a:r>
            <a:r>
              <a:rPr lang="en-US" baseline="30000" dirty="0"/>
              <a:t>th</a:t>
            </a:r>
            <a:r>
              <a:rPr lang="en-US" dirty="0"/>
              <a:t> and 11</a:t>
            </a:r>
            <a:r>
              <a:rPr lang="en-US" baseline="30000" dirty="0"/>
              <a:t>th</a:t>
            </a:r>
            <a:r>
              <a:rPr lang="en-US" dirty="0"/>
              <a:t>, I had a bad performance which made me irritated. Fortunately, grade 12</a:t>
            </a:r>
            <a:r>
              <a:rPr lang="en-US" baseline="30000" dirty="0"/>
              <a:t>th</a:t>
            </a:r>
            <a:r>
              <a:rPr lang="en-US" dirty="0"/>
              <a:t> is a different story and I was kind of proud of it</a:t>
            </a:r>
          </a:p>
        </p:txBody>
      </p:sp>
    </p:spTree>
    <p:extLst>
      <p:ext uri="{BB962C8B-B14F-4D97-AF65-F5344CB8AC3E}">
        <p14:creationId xmlns:p14="http://schemas.microsoft.com/office/powerpoint/2010/main" val="3104342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84AE1-62AA-A2DD-ADD7-A2B46A2BC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ACA6E-3AC9-6D77-2AD1-439CD7CC8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most grade 12</a:t>
            </a:r>
            <a:r>
              <a:rPr lang="en-US" baseline="30000" dirty="0"/>
              <a:t>th</a:t>
            </a:r>
            <a:r>
              <a:rPr lang="en-US" dirty="0"/>
              <a:t> students, I took the High school.</a:t>
            </a:r>
          </a:p>
          <a:p>
            <a:pPr lvl="1"/>
            <a:r>
              <a:rPr lang="en-US" dirty="0"/>
              <a:t>The result was unchanged, I got myself a bad score.</a:t>
            </a:r>
          </a:p>
          <a:p>
            <a:r>
              <a:rPr lang="en-US" dirty="0"/>
              <a:t>Once more, I was happy because Ho Chi Minh City University of Science had accepted my appliance and started learning Information Technology.</a:t>
            </a:r>
          </a:p>
          <a:p>
            <a:r>
              <a:rPr lang="en-US" dirty="0"/>
              <a:t>From now on, I am having excellent days learning a faculty I loved.</a:t>
            </a:r>
          </a:p>
        </p:txBody>
      </p:sp>
    </p:spTree>
    <p:extLst>
      <p:ext uri="{BB962C8B-B14F-4D97-AF65-F5344CB8AC3E}">
        <p14:creationId xmlns:p14="http://schemas.microsoft.com/office/powerpoint/2010/main" val="343754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B129-A450-4424-7C76-550550FA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E96F5-2E49-5BCE-AC86-D9F827546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had a general plan before I attended HCMUS.</a:t>
            </a:r>
          </a:p>
          <a:p>
            <a:r>
              <a:rPr lang="en-US" dirty="0"/>
              <a:t>One of the most important steps in my plan is to have a wonderful performance while studying Information Technology.</a:t>
            </a:r>
          </a:p>
          <a:p>
            <a:pPr lvl="1"/>
            <a:r>
              <a:rPr lang="en-US" dirty="0"/>
              <a:t>I am going to attend projects, researches and events to build up my experience and CV.</a:t>
            </a:r>
          </a:p>
        </p:txBody>
      </p:sp>
    </p:spTree>
    <p:extLst>
      <p:ext uri="{BB962C8B-B14F-4D97-AF65-F5344CB8AC3E}">
        <p14:creationId xmlns:p14="http://schemas.microsoft.com/office/powerpoint/2010/main" val="970042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5117E-6DC7-6FBF-43C8-2C16933A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73ACE-DF3B-843E-7C98-3225570A4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4 years of hard working, I am going to have myself a second degree in Electrical Engineering.</a:t>
            </a:r>
          </a:p>
          <a:p>
            <a:pPr lvl="1"/>
            <a:r>
              <a:rPr lang="en-US" dirty="0"/>
              <a:t>During that time, I will prepare necessary certificates such as IELTS, SAT or TOEIC for the third ambitious step.</a:t>
            </a:r>
          </a:p>
        </p:txBody>
      </p:sp>
    </p:spTree>
    <p:extLst>
      <p:ext uri="{BB962C8B-B14F-4D97-AF65-F5344CB8AC3E}">
        <p14:creationId xmlns:p14="http://schemas.microsoft.com/office/powerpoint/2010/main" val="1193482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68985-21F2-F505-CD33-64B318896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8F734-C857-F403-62A9-209C7377D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Information Technology and Electrical Engineering, I will send my appliance to Massachusetts Institute of Technology to get a Bachelor’s.</a:t>
            </a:r>
          </a:p>
          <a:p>
            <a:pPr lvl="1"/>
            <a:r>
              <a:rPr lang="en-US" dirty="0"/>
              <a:t>This step is important and I am absolutely serious to achieve it.</a:t>
            </a:r>
          </a:p>
        </p:txBody>
      </p:sp>
    </p:spTree>
    <p:extLst>
      <p:ext uri="{BB962C8B-B14F-4D97-AF65-F5344CB8AC3E}">
        <p14:creationId xmlns:p14="http://schemas.microsoft.com/office/powerpoint/2010/main" val="1949930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21A67-C252-5BAB-FA47-80D9ECC2F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8F8C7-B51C-B7EB-7429-A4586D312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Finally, I may get a Bachelor’s Degree. I will apply them to </a:t>
            </a:r>
            <a:r>
              <a:rPr lang="en-US" dirty="0" err="1"/>
              <a:t>xAI</a:t>
            </a:r>
            <a:r>
              <a:rPr lang="en-US" dirty="0"/>
              <a:t> to get a job that I have dreamed of.</a:t>
            </a:r>
          </a:p>
        </p:txBody>
      </p:sp>
    </p:spTree>
    <p:extLst>
      <p:ext uri="{BB962C8B-B14F-4D97-AF65-F5344CB8AC3E}">
        <p14:creationId xmlns:p14="http://schemas.microsoft.com/office/powerpoint/2010/main" val="3723664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548</Words>
  <Application>Microsoft Office PowerPoint</Application>
  <PresentationFormat>Widescreen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Dicussing about myself</vt:lpstr>
      <vt:lpstr>Table of Content</vt:lpstr>
      <vt:lpstr>General Information</vt:lpstr>
      <vt:lpstr>Academic Path</vt:lpstr>
      <vt:lpstr>Academic Path</vt:lpstr>
      <vt:lpstr>Academic Path</vt:lpstr>
      <vt:lpstr>Academic Path</vt:lpstr>
      <vt:lpstr>Academic Path</vt:lpstr>
      <vt:lpstr>Future Goals</vt:lpstr>
      <vt:lpstr>Future Goals</vt:lpstr>
      <vt:lpstr>Future Goals</vt:lpstr>
      <vt:lpstr>Future 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Võ</dc:creator>
  <cp:lastModifiedBy>Mike Võ</cp:lastModifiedBy>
  <cp:revision>1</cp:revision>
  <dcterms:created xsi:type="dcterms:W3CDTF">2025-11-03T02:08:15Z</dcterms:created>
  <dcterms:modified xsi:type="dcterms:W3CDTF">2025-11-03T02:08:27Z</dcterms:modified>
</cp:coreProperties>
</file>